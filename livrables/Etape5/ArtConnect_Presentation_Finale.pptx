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926080"/>
            <a:ext cx="10972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intégration d'une base de données relationnelle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F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 2 · TI603 · INGE1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Paris · 2025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F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finale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394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ArtConnect &amp; objectifs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394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8638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Acteurs, cas d'usage, 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5394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154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945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BDD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MCD, MLD, normalisation 3FN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971800"/>
            <a:ext cx="5394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154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86384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SQL avancées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Vues, index, triggers, procédures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5394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572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19456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Java JDBC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94560" y="5029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DAO, services, 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389120"/>
            <a:ext cx="539496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572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86384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&amp; conclusion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63840" y="5029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pour la scène artistique locale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 d'artistes (peintres, musiciens, photographes)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d'œuvres et organisation d'événements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de membres : ateliers, expositions, avis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JavaFX fournie sous forme de squelette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base relationnelle complète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une couche de persistance JDBC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services en mémoire par MySQL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371600"/>
            <a:ext cx="4663440" cy="47548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2331720"/>
            <a:ext cx="4297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+ FXML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2971800"/>
            <a:ext cx="4297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3611880"/>
            <a:ext cx="4297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PreparedStatement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4251960"/>
            <a:ext cx="4297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892040"/>
            <a:ext cx="4297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5166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: UI / Service / DAO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ANALYSE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acteurs identifiés autour d'ArtConnect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57600" cy="82296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artistes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œuvres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contenu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expositions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3657600" cy="82296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œuvres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profil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Participer expositions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Animer ateliers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828800"/>
            <a:ext cx="3657600" cy="82296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Organisateur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582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Ajouter/modifier artistes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expositions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galeries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membres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: fonctionnalités déjà présentes dans l'UI (consultation) · fonctionnalités à implémenter avec la BDD (création / modification / persistance)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MODÉLISATION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entités principales + 4 entités de jonction (relations N:M)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1600200" y="1897380"/>
            <a:ext cx="4663440" cy="146304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794760" y="1897380"/>
            <a:ext cx="2468880" cy="146304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3360420"/>
            <a:ext cx="2194560" cy="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458200" y="1897380"/>
            <a:ext cx="2194560" cy="146304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3360420"/>
            <a:ext cx="2057400" cy="146304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515600" y="3360420"/>
            <a:ext cx="137160" cy="146304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6720840" y="3360420"/>
            <a:ext cx="1737360" cy="146304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4823460"/>
            <a:ext cx="2560320" cy="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600200" y="4823460"/>
            <a:ext cx="2560320" cy="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600200" y="1897380"/>
            <a:ext cx="2194560" cy="292608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1600200" y="1897380"/>
            <a:ext cx="2560320" cy="2926080"/>
          </a:xfrm>
          <a:prstGeom prst="line">
            <a:avLst/>
          </a:prstGeom>
          <a:noFill/>
          <a:ln w="12700">
            <a:solidFill>
              <a:srgbClr val="BFC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645920"/>
            <a:ext cx="1554480" cy="502920"/>
          </a:xfrm>
          <a:prstGeom prst="rect">
            <a:avLst/>
          </a:prstGeom>
          <a:solidFill>
            <a:srgbClr val="2C3E66"/>
          </a:solidFill>
          <a:ln w="12700">
            <a:solidFill>
              <a:srgbClr val="2C3E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1645920"/>
            <a:ext cx="1554480" cy="5029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84080" y="1645920"/>
            <a:ext cx="1737360" cy="502920"/>
          </a:xfrm>
          <a:prstGeom prst="rect">
            <a:avLst/>
          </a:prstGeom>
          <a:solidFill>
            <a:srgbClr val="2C3E66"/>
          </a:solidFill>
          <a:ln w="12700">
            <a:solidFill>
              <a:srgbClr val="2C3E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ARTWORK_TAG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108960"/>
            <a:ext cx="1554480" cy="5029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3108960"/>
            <a:ext cx="1554480" cy="5029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84080" y="3108960"/>
            <a:ext cx="1737360" cy="5029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572000"/>
            <a:ext cx="1554480" cy="502920"/>
          </a:xfrm>
          <a:prstGeom prst="rect">
            <a:avLst/>
          </a:prstGeom>
          <a:solidFill>
            <a:srgbClr val="2C3E66"/>
          </a:solidFill>
          <a:ln w="12700">
            <a:solidFill>
              <a:srgbClr val="2C3E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4572000"/>
            <a:ext cx="2286000" cy="5029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4572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COMMUNITY_MEMBER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4572000"/>
            <a:ext cx="1554480" cy="502920"/>
          </a:xfrm>
          <a:prstGeom prst="rect">
            <a:avLst/>
          </a:prstGeom>
          <a:solidFill>
            <a:srgbClr val="2C3E66"/>
          </a:solidFill>
          <a:ln w="12700">
            <a:solidFill>
              <a:srgbClr val="2C3E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0" y="4572000"/>
            <a:ext cx="1828800" cy="50292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entités  ·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1:N, 1:1 et N:M traitées via tables de jonction  ·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FK définies avec ON DELETE CASCADE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Logique : 14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MODÉLISATION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 principales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34747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artist_id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5486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167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artwork_id · FK artist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5486400" cy="34747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51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551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discipline_id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35224"/>
            <a:ext cx="5486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352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artwork_tag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935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19272"/>
            <a:ext cx="5486400" cy="34747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19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gallery_id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486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exhibition_id · FK gallery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87368"/>
            <a:ext cx="5486400" cy="34747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87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087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workshop_id · FK artist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71416"/>
            <a:ext cx="5486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71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community_member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4471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855464"/>
            <a:ext cx="5486400" cy="34747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855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0" y="4855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· FK × 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239512"/>
            <a:ext cx="5486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239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5239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review_id · FK ×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de jonction (N:M)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09360" y="1783080"/>
            <a:ext cx="5486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F6F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783080"/>
            <a:ext cx="73152" cy="4572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artist_discipline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68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↔ discipline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F6F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286000"/>
            <a:ext cx="73152" cy="4572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member_favorite_discipline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268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↔ discipline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2788920"/>
            <a:ext cx="5486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F6F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2788920"/>
            <a:ext cx="73152" cy="4572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exhibition_artwork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↔ artwork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3291840"/>
            <a:ext cx="5486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F6FB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3291840"/>
            <a:ext cx="73152" cy="4572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artwork_tag_association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3268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↔ tag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jusqu'à la 3FN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309360" y="4617720"/>
            <a:ext cx="502920" cy="36576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617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944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atomiques — listes Java transformées en tables de jonction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09360" y="5120640"/>
            <a:ext cx="502920" cy="36576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5120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49440" y="5120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dépendance partielle (PK simples auto-incrémentées)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09360" y="5623560"/>
            <a:ext cx="502920" cy="36576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5623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94944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transitive entre attributs non-clé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SQL : 5 vues métier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SQL AVANCÉ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des requêtes, masquage de données sensibles, calculs temps réel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71323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v_artwork_catalog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14630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82880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des œuvres avec artiste et tags concaténés (évite 3 JOIN)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10642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51760"/>
            <a:ext cx="73152" cy="71323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517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v_exhibition_summary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14630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26517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expositions : galerie, durée en jours, nombre d'œuvres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0642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74720"/>
            <a:ext cx="73152" cy="71323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747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v_workshop_availability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14630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34747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restantes par atelier sans exposer les réservations individuelles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0642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97680"/>
            <a:ext cx="73152" cy="71323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976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v_member_activity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4480560"/>
            <a:ext cx="14630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7880" y="429768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membre sans email/téléphone (statistiques publiques)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120640"/>
            <a:ext cx="73152" cy="713232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1206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v_artist_portfolio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97680" y="5303520"/>
            <a:ext cx="14630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512064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complet : disciplines, œuvres, note moyenne, ateliers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: 7 optimisations ciblées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SQL AVANCÉ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index répond à un cas d'usage concret de l'application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/ COLONNE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idx_artwork_artist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artwork.artist_id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Jointure artwork ↔ artist dans toutes les vues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idx_artwork_status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artwork.status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Filtrage FOR_SALE / SOLD / EXHIBITED dans l'UI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idx_exhibition_dates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exhibition (start, end)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composite — expositions en cours (plage)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idx_booking_workshop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booking.workshop_id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Comptage des réservations par atelier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idx_review_artwork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review.artwork_id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de la note moyenne par œuvre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idx_artist_city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artist.city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Recherche/filtrage d'artistes par ville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5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idx_workshop_date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workshop.date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chronologique des ateliers à venir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les clés étrangères fréquemment jointes + les colonnes de filtrage utilisateur (statut, ville, dates).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Déclencheurs (triggers) : 4 automatisations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SQL AVANCÉ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cohérences métier directement au niveau du SGBD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19659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trg_check_booking_capacity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· booking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la réservation si l'atelier a atteint sa capacité maximale. Compte les réservations actives (non annulées).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486400" cy="19659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103120"/>
            <a:ext cx="502920" cy="50292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trg_check_exhibition_dates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INSERT/UPDATE · exhibition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que la date de fin est postérieure à la date de début. Double sécurité avec la contrainte CHECK.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86400" cy="19659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trg_audit_artwork_changes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 · artwork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: enregistre toute modification de prix ou de statut dans la table artwork_audit_log.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5486400" cy="19659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trg_review_rating_check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·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renforcée du rating entre 1 et 5. Couche supplémentaire en plus de la contrainte CHECK.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&amp; fonctions stockées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SQL AVANCÉ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exécutée directement par le SGBD : 4 procédures + 3 fonctions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PROCÉDURES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486400" cy="8412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sp_create_exhibition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une exposition + associations d'œuvres en une opération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86400" cy="8412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sp_book_workshop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 un membre avec vérifications (date, doublon, capacité)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86400" cy="8412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sp_search_artworks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572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multicritères : titre, artiste, type, statut, prix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486400" cy="8412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212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sp_register_and_book_multiple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réservations multiples (transactionnel)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FONCTIONS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240280"/>
            <a:ext cx="53035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5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240280"/>
            <a:ext cx="73152" cy="11430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350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fn_workshop_participant_count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670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Retour : 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9443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participants actifs d'un atelier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520440"/>
            <a:ext cx="53035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5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520440"/>
            <a:ext cx="73152" cy="11430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fn_artwork_avg_rating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Retour : DECIMAL(3,2)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42245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 d'une œuvre (0 si aucun avis)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4800600"/>
            <a:ext cx="53035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5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800600"/>
            <a:ext cx="73152" cy="11430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910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fn_artist_revenue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5230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Retour : DECIMAL(15,2)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55046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total d'un artiste (somme des œuvres vendues)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: atomicité garantie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SQL AVANCÉ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sp_register_and_book_multiple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d'un nouveau membre + réservation de plusieurs ateliers en une seule opération atomique.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377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du mode atomique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44368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91840" y="2468880"/>
            <a:ext cx="2377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468880"/>
            <a:ext cx="2377440" cy="4572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dans community_member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87568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2377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468880"/>
            <a:ext cx="2377440" cy="45720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+ insertion pour chaque atelier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30768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8778240" y="2468880"/>
            <a:ext cx="23774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0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2468880"/>
            <a:ext cx="2377440" cy="457200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696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finale de la transaction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754880"/>
            <a:ext cx="1106424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Gestion d'erreur : ROLLBACK automatique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2578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HANDLER FOR SQLEXCEPTION → ROLLBACK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l'une des étapes échoue (atelier complet, date passée, etc.), la transaction entière est annulée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membre n'est pas créé et aucune réservation n'existe.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INTÉGRATION JAVA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des responsabilités — l'UI ignore totalement la 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91440" cy="566928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JavaFX Controllers + FXML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3500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560320"/>
            <a:ext cx="91440" cy="566928"/>
          </a:xfrm>
          <a:prstGeom prst="rect">
            <a:avLst/>
          </a:prstGeom>
          <a:solidFill>
            <a:srgbClr val="2C3E66"/>
          </a:solidFill>
          <a:ln w="12700">
            <a:solidFill>
              <a:srgbClr val="2C3E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560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(interface)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5603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ArtistService, ArtworkService, 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081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91840"/>
            <a:ext cx="91440" cy="566928"/>
          </a:xfrm>
          <a:prstGeom prst="rect">
            <a:avLst/>
          </a:prstGeom>
          <a:solidFill>
            <a:srgbClr val="2C3E66"/>
          </a:solidFill>
          <a:ln w="12700">
            <a:solidFill>
              <a:srgbClr val="2C3E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291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(impl. JDBC)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291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JdbcArtistService, JdbcArtworkService, 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813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023360"/>
            <a:ext cx="91440" cy="5669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023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(interface)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40233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ArtistDao, ArtworkDao, 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5445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754880"/>
            <a:ext cx="91440" cy="5669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754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JDBC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4754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JdbcArtistDao + ConnectionManager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52760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5486400"/>
            <a:ext cx="5943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80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486400"/>
            <a:ext cx="91440" cy="566928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486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5486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artconnect_db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APPLIQUÉS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0" y="2286000"/>
            <a:ext cx="228600" cy="2286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de dépendance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35240" y="2560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dépendent des interfaces DAO, jamais des impl.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3072384"/>
            <a:ext cx="228600" cy="2286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3026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35240" y="33467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Connection, PreparedStatement et ResultSet auto-fermés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3858768"/>
            <a:ext cx="228600" cy="2286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38130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exclusif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35240" y="4133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concaténation SQL → immunité aux injections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0" y="4645152"/>
            <a:ext cx="228600" cy="2286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4599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externalisés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635240" y="4919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user, password dans db.properties (gitignored)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0" y="5431536"/>
            <a:ext cx="228600" cy="2286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thread-safe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635240" y="5705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Pugh Holder Idiom pour ConnectionManager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JDBC clés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INTÉGRATION JAVA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patterns récurrents dans chaque JdbcDao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NULL JDBC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5120640" cy="11430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23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year = rs.getInt("birth_year");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artist.setBirthYear(rs.wasNull() ? null : year);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rs.getInt() retourne 0 pour un NULL → wasNull() indispensable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5486400" cy="4114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générées au INSERT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377440"/>
            <a:ext cx="5120640" cy="11430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423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= conn.prepareStatement(SQL,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Statement.RETURN_GENERATED_KEYS);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ps.executeUpdate();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 = ps.getGeneratedKeys().getInt(1);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 l'auto-increment MySQL pour insérer les associations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5486400" cy="4114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sur les jonctions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5120640" cy="11430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09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(Discipline d : disciplines)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ps.setInt(1, artistId);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ps.setInt(2, d.getId());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ps.addBatch();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ps.executeBatch();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aller-retour réseau pour N associations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114800"/>
            <a:ext cx="5486400" cy="4114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114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dynamique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663440"/>
            <a:ext cx="5120640" cy="11430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709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1=1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(? IS NULL OR name LIKE 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EXISTS (SELECT 1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artist_discipline ...)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WHERE construite selon les paramètres non-null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 de l'intégration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INTÉGRATION JAVA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complète : les 6 entités principales sont persistées en MySQL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935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593592" cy="73152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339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080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actif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6148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Service JDBC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935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828800"/>
            <a:ext cx="3593592" cy="73152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99339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07992" y="2468880"/>
            <a:ext cx="137160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080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actif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07992" y="276148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Service JDBC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01584" y="1828800"/>
            <a:ext cx="35935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1828800"/>
            <a:ext cx="3593592" cy="73152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199339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84464" y="2468880"/>
            <a:ext cx="137160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080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actif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84464" y="276148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Service JDBC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35935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246120"/>
            <a:ext cx="3593592" cy="73152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1071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" y="3886200"/>
            <a:ext cx="137160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080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actif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17880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Service JDBC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25112" y="3246120"/>
            <a:ext cx="35935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2" y="3246120"/>
            <a:ext cx="3593592" cy="73152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341071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07992" y="3886200"/>
            <a:ext cx="137160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080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actif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7992" y="417880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Service JDBC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01584" y="3246120"/>
            <a:ext cx="3593592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01584" y="3246120"/>
            <a:ext cx="3593592" cy="73152"/>
          </a:xfrm>
          <a:prstGeom prst="rect">
            <a:avLst/>
          </a:prstGeom>
          <a:solidFill>
            <a:srgbClr val="10803E"/>
          </a:solidFill>
          <a:ln w="12700">
            <a:solidFill>
              <a:srgbClr val="1080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3410712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284464" y="3886200"/>
            <a:ext cx="137160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080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84464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actif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84464" y="417880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+ Service JDBC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937760"/>
            <a:ext cx="1106424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centralisée dans ServiceProvider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fichier à modifier pour basculer entre les modes </a:t>
            </a:r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InMemoryXxxService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(démo offline) et </a:t>
            </a:r>
            <a:pPr indent="0" marL="0">
              <a:buNone/>
            </a:pPr>
            <a:r>
              <a:rPr lang="en-US" sz="11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JdbcXxxService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(production MySQL).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contrôleurs JavaFX ne changent pas — ils consomment toujours les interfaces.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RETOUR D'EXPÉRIENCE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ArtConnect Pro · TI603 BDD2 · EFREI Paris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points techniques qui ont nécessité des choix d'architecture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91440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121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d'attribut id dans les classes Java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OOP pure du squelette utilise les références mémoire — incompatible avec une PK relationnelle.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5029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DAO traduit en interne entre identité Java (name) et SQL (artist_id) via findArtistIdByName(). L'id ne fuite jamais vers le service.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91440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121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NULL SQL côté Java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birthYear est Integer côté Java mais INT nullable côté MySQL — sans précaution, l'information de nullité est perdue.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108960"/>
            <a:ext cx="5029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rs.getInt() + rs.wasNull() à la lecture et ps.setNull(i, Types.INTEGER) à l'écriture.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14800"/>
            <a:ext cx="91440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407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à la volée des disciplines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800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l'utilisateur saisit une discipline absente de la table, lever une erreur dégrade l'UX.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5394960"/>
            <a:ext cx="5029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86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findOrCreateDiscipline(conn, name) : SELECT puis INSERT si absent. L'UI n'a pas à pré-charger les disciplines.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48640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114800"/>
            <a:ext cx="91440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4407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des disciplines d'un artiste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4800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complexe entre liste avant/après lors d'un update — code lourd et propice aux bugs.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5394960"/>
            <a:ext cx="5029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486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8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46520" y="5715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delete-then-insert : suppression complète des associations puis réinsertion. Atomique si encapsulé en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7315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principales + 4 jonction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2103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56616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SQL avancés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Vues, index, triggers, procédures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migrées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actif end-to-end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35440" y="2103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923544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normalisation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sur toutes les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10698480" cy="0"/>
          </a:xfrm>
          <a:prstGeom prst="line">
            <a:avLst/>
          </a:prstGeom>
          <a:noFill/>
          <a:ln w="19050">
            <a:solidFill>
              <a:srgbClr val="2C3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34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relationnel solide en 3FN avec contraintes d'intégrité fortes (CHECK, FK ON DELETE CASCADE)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déplacée en partie dans le SGBD pour garantir cohérence et 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stricte : l'UI consomme des interfaces, l'implémentation est interchangeable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— questions 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ArtConnect Pro - TI603 BDD2</dc:title>
  <dc:subject>PptxGenJS Presentation</dc:subject>
  <dc:creator>Équipe ArtConnect - EFREI Paris</dc:creator>
  <cp:lastModifiedBy>Équipe ArtConnect - EFREI Paris</cp:lastModifiedBy>
  <cp:revision>1</cp:revision>
  <dcterms:created xsi:type="dcterms:W3CDTF">2026-05-18T09:36:08Z</dcterms:created>
  <dcterms:modified xsi:type="dcterms:W3CDTF">2026-05-18T09:36:08Z</dcterms:modified>
</cp:coreProperties>
</file>